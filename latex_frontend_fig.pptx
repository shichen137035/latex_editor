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D0E64-4660-5C49-36F4-12EF46C1C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9C48DD-F25C-3F60-BFB1-3AC8B3159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A84F54-A5B6-C149-569A-92293973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4933BC-A51B-85A6-3F55-92919B6B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399DA-F3A3-6052-55E3-D7595A039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737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7BB6F-522E-A353-21D7-B3567C55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EF2CE-6640-A91F-C908-C004CAE0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202F3-B64F-E191-5F36-C06024B4F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0FBFA0-96E0-665C-8895-76D8DEC4D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2D1F97-FBDD-21A3-E665-F6FABBA4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309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7371-9E72-49A1-5122-92AD7C3C8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FFBBAD-A587-5284-034D-31FD319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BAC4B1-75D5-D054-0115-6E4131778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CB194B-C1BA-6CFD-8C0E-2E26CAC6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2DC265-0EDD-27C7-612E-AF78AE622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2671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463A8-5693-85D9-0E0F-33D42A51A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7E8CD-5CA9-3C60-B3AD-7A971C2DF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993FC1-F895-0CA2-7243-9DB175F29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00499-3B1E-88FC-F391-459FFCB39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47E90-E262-F1DF-D103-C514425C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034655-AA4C-A772-C135-46978845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111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01E0F-203F-7FFD-662F-9D6125DA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5C9129-57B2-90FE-5E2E-54CDED270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6705D-5837-81E3-3A4B-5113B0BE9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2D05964-62CC-E857-605B-5CD9DD2C4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7877D3-E4A6-59FA-EB9D-0C08F8C21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197373-16C8-719C-9D93-B8FB1D8A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15A96B-5BA4-0AA9-FD89-D569B1C9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6E89BBA-B361-D560-0FE0-AE248B71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244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33D05-89E7-9E53-EE6D-EBE501AF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634626-DDA2-F5CD-E1C5-A57C7471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0EF3F6-9692-8355-45EA-9E445369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59090E2-441A-B550-468A-B097BADCD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29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FED6E0-788F-3CCF-093F-59278A33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D8B00A-96D9-115B-E0B3-83A84C33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BC6400-4669-DCB1-160D-BFE025144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398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08059-1EC7-0FDF-47E6-0F36C6EC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2ED6A-6D5E-737D-F47B-D19B485D9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9F33C8-F24F-2D43-A01F-A81A2158D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D29A6D-73AB-B235-9F3C-23BFB0727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70B60-DB5A-B80F-6068-4D7DB5CAA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B3084C-144F-4311-015D-5AAC95CA5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35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F6F30-B078-F443-1CCA-B55FDC8AC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9158F7-E7A2-835D-2F48-B25669AA4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132C13-A3B9-534B-2572-936F2E24E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60E6DE-F08A-11A8-5301-3C0E81369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27D54C-22A8-67E3-53D3-AE97420F7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B701C-9804-DB19-7F29-89688E22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697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247F4-36B3-E8D1-18D6-10082F0F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8D57C1-76DD-92CD-39C4-31BD5DF29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C54CA-A548-897F-4217-623B363B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8F045-9E69-0E40-AEBF-FB49C893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B306A-BC54-6125-C8E6-B47CF4FD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510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C45927-816C-B697-DF61-F31319D26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F8735-C91C-958E-C7BC-2CD6751D9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120F5A-4CDC-27E1-7DEF-A9D3484E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AB7DE-C335-CE60-A7A7-BDA560BF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A312B3-A48A-DF70-FE4A-2B691596A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20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4C3FFC-AB82-93C2-358C-479F75D55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ja-JP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5F8890-F621-1BFC-631A-78568E2FF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ja-JP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0E6081-EE58-E280-4590-C584B4F5A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CE5F1-1704-4FCD-B5FA-637F3926B0D7}" type="datetimeFigureOut">
              <a:rPr kumimoji="1" lang="ja-JP" altLang="en-US" smtClean="0"/>
              <a:t>2026/9/17</a:t>
            </a:fld>
            <a:endParaRPr kumimoji="1" lang="ja-JP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D4404C-436D-F1E8-2F7B-BE70B1F39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DE074-7E5D-18DA-8A95-598E63302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94B4B-648B-4975-AA7D-AEB4AC1E5AA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635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A37F6E4-0BBE-B3B7-5D29-8488111CEB5A}"/>
              </a:ext>
            </a:extLst>
          </p:cNvPr>
          <p:cNvSpPr/>
          <p:nvPr/>
        </p:nvSpPr>
        <p:spPr>
          <a:xfrm>
            <a:off x="460268" y="257750"/>
            <a:ext cx="11267372" cy="61491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EFDA72-96C6-B9C5-6CE9-1B72B859B619}"/>
              </a:ext>
            </a:extLst>
          </p:cNvPr>
          <p:cNvSpPr/>
          <p:nvPr/>
        </p:nvSpPr>
        <p:spPr>
          <a:xfrm>
            <a:off x="460268" y="2184741"/>
            <a:ext cx="11267372" cy="6689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831522C8-743C-0970-967D-C63869CCBF5F}"/>
              </a:ext>
            </a:extLst>
          </p:cNvPr>
          <p:cNvSpPr/>
          <p:nvPr/>
        </p:nvSpPr>
        <p:spPr>
          <a:xfrm>
            <a:off x="2976403" y="451063"/>
            <a:ext cx="5909847" cy="902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A3CDBD-DF3A-D6D2-FE37-6C6C2FC2360D}"/>
              </a:ext>
            </a:extLst>
          </p:cNvPr>
          <p:cNvSpPr/>
          <p:nvPr/>
        </p:nvSpPr>
        <p:spPr>
          <a:xfrm>
            <a:off x="595280" y="2368849"/>
            <a:ext cx="251614" cy="25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0B78E8-196C-FB8E-01B5-7109C204D2E4}"/>
              </a:ext>
            </a:extLst>
          </p:cNvPr>
          <p:cNvSpPr txBox="1"/>
          <p:nvPr/>
        </p:nvSpPr>
        <p:spPr>
          <a:xfrm>
            <a:off x="1000316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Project Name</a:t>
            </a:r>
            <a:endParaRPr kumimoji="1" lang="ja-JP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3B4BFC-9E72-4A21-A173-30DF8170E602}"/>
              </a:ext>
            </a:extLst>
          </p:cNvPr>
          <p:cNvSpPr txBox="1"/>
          <p:nvPr/>
        </p:nvSpPr>
        <p:spPr>
          <a:xfrm>
            <a:off x="4883959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Location</a:t>
            </a:r>
            <a:endParaRPr kumimoji="1" lang="ja-JP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84BBF74-5E08-264E-1757-15D44B632CF8}"/>
              </a:ext>
            </a:extLst>
          </p:cNvPr>
          <p:cNvSpPr txBox="1"/>
          <p:nvPr/>
        </p:nvSpPr>
        <p:spPr>
          <a:xfrm>
            <a:off x="8056743" y="2282232"/>
            <a:ext cx="2301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Last Update</a:t>
            </a:r>
            <a:endParaRPr kumimoji="1" lang="ja-JP" altLang="en-US" sz="24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18DB77-E738-6822-51EC-51526CACD693}"/>
              </a:ext>
            </a:extLst>
          </p:cNvPr>
          <p:cNvSpPr/>
          <p:nvPr/>
        </p:nvSpPr>
        <p:spPr>
          <a:xfrm>
            <a:off x="527774" y="1632419"/>
            <a:ext cx="3283249" cy="442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 dirty="0"/>
              <a:t>Search Projects</a:t>
            </a:r>
            <a:endParaRPr kumimoji="1" lang="ja-JP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83D76D5-C51F-E042-5F67-8F903DB05A1E}"/>
              </a:ext>
            </a:extLst>
          </p:cNvPr>
          <p:cNvSpPr/>
          <p:nvPr/>
        </p:nvSpPr>
        <p:spPr>
          <a:xfrm>
            <a:off x="10144317" y="1632419"/>
            <a:ext cx="1405353" cy="4425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dirty="0"/>
              <a:t>+ New</a:t>
            </a:r>
            <a:endParaRPr kumimoji="1" lang="ja-JP" altLang="en-US" dirty="0"/>
          </a:p>
        </p:txBody>
      </p:sp>
      <p:pic>
        <p:nvPicPr>
          <p:cNvPr id="17" name="图形 16" descr="单级齿轮 纯色填充">
            <a:extLst>
              <a:ext uri="{FF2B5EF4-FFF2-40B4-BE49-F238E27FC236}">
                <a16:creationId xmlns:a16="http://schemas.microsoft.com/office/drawing/2014/main" id="{E309033E-152E-9C28-60B3-520B92465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14027" y="302243"/>
            <a:ext cx="914400" cy="914400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D5E57F0-653F-B1E1-98B1-BABE908AF3F8}"/>
              </a:ext>
            </a:extLst>
          </p:cNvPr>
          <p:cNvCxnSpPr>
            <a:cxnSpLocks/>
          </p:cNvCxnSpPr>
          <p:nvPr/>
        </p:nvCxnSpPr>
        <p:spPr>
          <a:xfrm>
            <a:off x="460268" y="3422863"/>
            <a:ext cx="11267372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F7B9484-3455-4245-2E38-377425FE0612}"/>
              </a:ext>
            </a:extLst>
          </p:cNvPr>
          <p:cNvSpPr/>
          <p:nvPr/>
        </p:nvSpPr>
        <p:spPr>
          <a:xfrm>
            <a:off x="595280" y="3012457"/>
            <a:ext cx="251614" cy="2516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DF81A30-165E-F81D-4DCB-BC7F23908522}"/>
              </a:ext>
            </a:extLst>
          </p:cNvPr>
          <p:cNvSpPr txBox="1"/>
          <p:nvPr/>
        </p:nvSpPr>
        <p:spPr>
          <a:xfrm>
            <a:off x="1018726" y="2953598"/>
            <a:ext cx="230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Project 1</a:t>
            </a:r>
            <a:endParaRPr kumimoji="1" lang="ja-JP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203E85-DCBB-81B6-AE95-2622031B8804}"/>
              </a:ext>
            </a:extLst>
          </p:cNvPr>
          <p:cNvSpPr txBox="1"/>
          <p:nvPr/>
        </p:nvSpPr>
        <p:spPr>
          <a:xfrm>
            <a:off x="4526994" y="2943763"/>
            <a:ext cx="2658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D:/Documents/Work</a:t>
            </a:r>
            <a:endParaRPr kumimoji="1" lang="ja-JP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1998BB-7ABE-57E6-3479-A000AA5EBFF6}"/>
              </a:ext>
            </a:extLst>
          </p:cNvPr>
          <p:cNvSpPr txBox="1"/>
          <p:nvPr/>
        </p:nvSpPr>
        <p:spPr>
          <a:xfrm>
            <a:off x="8056743" y="2980025"/>
            <a:ext cx="2301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1 </a:t>
            </a:r>
            <a:r>
              <a:rPr kumimoji="1" lang="en-US" altLang="zh-CN" dirty="0"/>
              <a:t>month ago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5029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53FC974-BE27-A9D6-41B7-28B9C7B67AE2}"/>
              </a:ext>
            </a:extLst>
          </p:cNvPr>
          <p:cNvSpPr/>
          <p:nvPr/>
        </p:nvSpPr>
        <p:spPr>
          <a:xfrm>
            <a:off x="416287" y="202518"/>
            <a:ext cx="11359425" cy="429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A7026D-427E-566A-C040-A3C49EABCD22}"/>
              </a:ext>
            </a:extLst>
          </p:cNvPr>
          <p:cNvSpPr txBox="1"/>
          <p:nvPr/>
        </p:nvSpPr>
        <p:spPr>
          <a:xfrm>
            <a:off x="889852" y="251893"/>
            <a:ext cx="82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F</a:t>
            </a:r>
            <a:r>
              <a:rPr kumimoji="1" lang="en-US" altLang="zh-CN" b="1" dirty="0"/>
              <a:t>ile</a:t>
            </a:r>
            <a:endParaRPr kumimoji="1" lang="ja-JP" altLang="en-US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BB6CBF-6C68-A8D4-5019-E192E261D4CE}"/>
              </a:ext>
            </a:extLst>
          </p:cNvPr>
          <p:cNvSpPr txBox="1"/>
          <p:nvPr/>
        </p:nvSpPr>
        <p:spPr>
          <a:xfrm>
            <a:off x="1602757" y="251893"/>
            <a:ext cx="116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Setting</a:t>
            </a:r>
            <a:endParaRPr kumimoji="1" lang="ja-JP" altLang="en-US" b="1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13622F9-7BF3-46A5-1BE5-AA2115D168EB}"/>
              </a:ext>
            </a:extLst>
          </p:cNvPr>
          <p:cNvSpPr/>
          <p:nvPr/>
        </p:nvSpPr>
        <p:spPr>
          <a:xfrm>
            <a:off x="456689" y="263608"/>
            <a:ext cx="312982" cy="30740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A99538-013C-5910-A216-F4BFEACCE5A1}"/>
              </a:ext>
            </a:extLst>
          </p:cNvPr>
          <p:cNvSpPr txBox="1"/>
          <p:nvPr/>
        </p:nvSpPr>
        <p:spPr>
          <a:xfrm>
            <a:off x="4466650" y="251893"/>
            <a:ext cx="19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Project Name</a:t>
            </a:r>
            <a:endParaRPr kumimoji="1" lang="ja-JP" altLang="en-US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751395-79B0-8EC8-A52E-6FCF6D33EA58}"/>
              </a:ext>
            </a:extLst>
          </p:cNvPr>
          <p:cNvSpPr txBox="1"/>
          <p:nvPr/>
        </p:nvSpPr>
        <p:spPr>
          <a:xfrm>
            <a:off x="9461075" y="232644"/>
            <a:ext cx="1977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/>
              <a:t>Version: 0.2.1</a:t>
            </a:r>
            <a:endParaRPr kumimoji="1" lang="ja-JP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4945F9-0AFD-B0F3-178B-E0B93E47EB44}"/>
              </a:ext>
            </a:extLst>
          </p:cNvPr>
          <p:cNvSpPr/>
          <p:nvPr/>
        </p:nvSpPr>
        <p:spPr>
          <a:xfrm>
            <a:off x="416287" y="632102"/>
            <a:ext cx="353384" cy="60233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图形 15" descr="文档 纯色填充">
            <a:extLst>
              <a:ext uri="{FF2B5EF4-FFF2-40B4-BE49-F238E27FC236}">
                <a16:creationId xmlns:a16="http://schemas.microsoft.com/office/drawing/2014/main" id="{D4D54985-6CE4-94ED-351C-37BB21E459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6287" y="693192"/>
            <a:ext cx="368494" cy="368494"/>
          </a:xfrm>
          <a:prstGeom prst="rect">
            <a:avLst/>
          </a:prstGeom>
        </p:spPr>
      </p:pic>
      <p:pic>
        <p:nvPicPr>
          <p:cNvPr id="18" name="图形 17" descr="聊天气泡 轮廓">
            <a:extLst>
              <a:ext uri="{FF2B5EF4-FFF2-40B4-BE49-F238E27FC236}">
                <a16:creationId xmlns:a16="http://schemas.microsoft.com/office/drawing/2014/main" id="{E3A0C9C1-717D-92AC-9117-13319FAC1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187" y="1552360"/>
            <a:ext cx="429584" cy="429584"/>
          </a:xfrm>
          <a:prstGeom prst="rect">
            <a:avLst/>
          </a:prstGeom>
        </p:spPr>
      </p:pic>
      <p:pic>
        <p:nvPicPr>
          <p:cNvPr id="20" name="图形 19" descr="放大镜 轮廓">
            <a:extLst>
              <a:ext uri="{FF2B5EF4-FFF2-40B4-BE49-F238E27FC236}">
                <a16:creationId xmlns:a16="http://schemas.microsoft.com/office/drawing/2014/main" id="{75DF1E18-ADAB-F52B-4106-0B9E8BC23B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933" y="1122776"/>
            <a:ext cx="368494" cy="368494"/>
          </a:xfrm>
          <a:prstGeom prst="rect">
            <a:avLst/>
          </a:prstGeom>
        </p:spPr>
      </p:pic>
      <p:pic>
        <p:nvPicPr>
          <p:cNvPr id="22" name="图形 21" descr="帮助 轮廓">
            <a:extLst>
              <a:ext uri="{FF2B5EF4-FFF2-40B4-BE49-F238E27FC236}">
                <a16:creationId xmlns:a16="http://schemas.microsoft.com/office/drawing/2014/main" id="{4F4E47A4-A250-6E03-E9FA-D6BDC1072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708" y="6225898"/>
            <a:ext cx="360542" cy="360542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41B3AC4-C1DA-6C25-9452-315307F8660E}"/>
              </a:ext>
            </a:extLst>
          </p:cNvPr>
          <p:cNvSpPr/>
          <p:nvPr/>
        </p:nvSpPr>
        <p:spPr>
          <a:xfrm>
            <a:off x="769671" y="632102"/>
            <a:ext cx="3114995" cy="60233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E7FDE5-0DBF-2928-7CAF-70ACF9C0AD6D}"/>
              </a:ext>
            </a:extLst>
          </p:cNvPr>
          <p:cNvSpPr txBox="1"/>
          <p:nvPr/>
        </p:nvSpPr>
        <p:spPr>
          <a:xfrm>
            <a:off x="780038" y="657483"/>
            <a:ext cx="1802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/>
              <a:t>F</a:t>
            </a:r>
            <a:r>
              <a:rPr kumimoji="1" lang="en-US" altLang="zh-CN" b="1" dirty="0"/>
              <a:t>ile Tree</a:t>
            </a:r>
            <a:endParaRPr kumimoji="1" lang="ja-JP" altLang="en-US" b="1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629D895-A0E4-3C82-C9B6-D11496227929}"/>
              </a:ext>
            </a:extLst>
          </p:cNvPr>
          <p:cNvSpPr/>
          <p:nvPr/>
        </p:nvSpPr>
        <p:spPr>
          <a:xfrm>
            <a:off x="784781" y="3116155"/>
            <a:ext cx="3114995" cy="920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95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29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F2451C0518</dc:creator>
  <cp:lastModifiedBy>F2451C0518</cp:lastModifiedBy>
  <cp:revision>2</cp:revision>
  <dcterms:created xsi:type="dcterms:W3CDTF">2026-09-17T08:35:30Z</dcterms:created>
  <dcterms:modified xsi:type="dcterms:W3CDTF">2026-09-17T10:30:31Z</dcterms:modified>
</cp:coreProperties>
</file>